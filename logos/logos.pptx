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58"/>
  </p:normalViewPr>
  <p:slideViewPr>
    <p:cSldViewPr snapToGrid="0">
      <p:cViewPr varScale="1">
        <p:scale>
          <a:sx n="96" d="100"/>
          <a:sy n="96" d="100"/>
        </p:scale>
        <p:origin x="16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D856-738F-BE29-1068-9F5180427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5D126-988D-8861-B482-B9B61D9E1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A415B-0131-6C9F-50FC-4817BFD6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EB2E7-3E6B-77DD-FD77-A67009B4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27844-4DEE-F12A-D1AA-1EA32469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3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3952-206A-CC19-1D9B-9B534D9F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61A4-5B9B-A6B6-20EA-A725FA9A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6121A-C3B7-43B2-9211-FEDAC75E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09EAC-6A9D-41E0-A2E1-A7841059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DDB46-5E4B-5D2E-582C-51CF0BD3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7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6324-C046-056E-4FB4-75EFB2831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9DFA7-CA7D-58ED-9F91-C4F7ABD25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DEA2E-58CA-A86F-98AE-2A45ADEA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BC913-9B39-BC6D-C86D-D4795A5F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0DDB7-EBCF-BDB6-B21A-3341AC1E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81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89F8-63BD-FA88-49CC-DF7E163A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EF2A-CB11-7793-F1FA-96D92DDEB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F6504-06DB-F3DC-DEDE-88EC2FAC6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8F01D-C9A7-01DB-0663-EEFFCEA40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28B77-25E3-EA31-9C6A-4CDFC2E6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4F550-85D3-32B7-7A3E-214DC994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3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635E-2F2D-3053-99EE-CAA8D584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3655F-EED5-9FBB-4562-CCD7AA1E0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9C6AE-477F-C7C0-F9E2-19409C4D1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A6E80-02C3-A579-8C6F-6707679A1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78702-ED19-3B8C-34C8-355D1CC9C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0ABC2-3281-5C33-9028-8B308ED1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863D4-4FB5-9AED-9B0A-70E04517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0485B7-EC55-58C9-376C-61780514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6A1D-E190-6638-4195-5A0ED248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1E95E-241E-82A2-98AB-2E165F0E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CA5A8-212D-03E0-5BEF-2C62050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6685C-F6D0-7D74-7156-BEA6DE78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7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1B925-ADD7-693D-DD19-17B8CFE4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0B2F9-9F6C-D2CA-26E2-62A065EE2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9413E-786E-A3AA-1649-F4E8CEA5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0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5CD3-DAD3-7B33-2575-050247A0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96AA-E6B4-76CF-BC5B-2EDA665A3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17994-3299-518D-C28A-9F7B00F7E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8404D-2339-BEDE-937E-2571562B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19B8B-5D9B-9AE8-1AD3-9330498E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8AFA6-C326-9DC9-4298-4FC12DB8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8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05F5-A56D-48CD-9D65-7150159B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BB4D2-2A5E-F2FE-FF7A-604918942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EF27F-D7A0-3A8E-08A1-2F25193DC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2FF89-5A66-6FDD-86D2-C65F9CAF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C99E1-CD77-7A21-A71F-25F443C5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229F7-811C-F225-D1AC-6AC65632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0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512A-D6F7-0761-D93D-851C51DB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9BADD-09F1-4F48-A064-148C98089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A387-19AF-538B-82DD-8DCC4D6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830B0-663A-9FF6-3704-5182F0A5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934E2-2834-C598-1245-184F542C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4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EFE57-CA23-7ADA-83F0-CA10C33A1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CB545-4D53-9D43-0B68-E5AA4808A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F6BB9-A63F-8EF6-71E6-E50B8CC2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95944-3CE0-A365-6FD1-EA56E9C3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512AA-B2F2-BFB3-4CA6-DD33AB33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0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0C450-6A06-6DA3-D048-C9331979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00309-DDF5-A115-37AF-06C60321B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3C0CC-0B17-0C1F-3392-FA574CBB1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E6A5F-5A30-1940-BF6C-909D08C6341F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98E-7652-FCDF-04F3-603402EA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AA069-54B5-6C9C-F710-62ACE4962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9A82D-FF22-2545-8157-780FCB871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1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ed and black logo with a globe&#10;&#10;AI-generated content may be incorrect.">
            <a:extLst>
              <a:ext uri="{FF2B5EF4-FFF2-40B4-BE49-F238E27FC236}">
                <a16:creationId xmlns:a16="http://schemas.microsoft.com/office/drawing/2014/main" id="{12304BA7-70AC-949E-CE42-8E4880FE5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426" y="4030503"/>
            <a:ext cx="1169166" cy="115664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13" name="Picture 12" descr="A blue triangle with yellow lion head logo&#10;&#10;AI-generated content may be incorrect.">
            <a:extLst>
              <a:ext uri="{FF2B5EF4-FFF2-40B4-BE49-F238E27FC236}">
                <a16:creationId xmlns:a16="http://schemas.microsoft.com/office/drawing/2014/main" id="{0B4D795E-36C8-37D3-67F3-7B0314636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85" y="4040565"/>
            <a:ext cx="1141891" cy="1141891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17" name="Picture 16" descr="A green circle with a circle in the middle&#10;&#10;AI-generated content may be incorrect.">
            <a:extLst>
              <a:ext uri="{FF2B5EF4-FFF2-40B4-BE49-F238E27FC236}">
                <a16:creationId xmlns:a16="http://schemas.microsoft.com/office/drawing/2014/main" id="{F7993AE7-E8E8-DA20-C454-4954230C21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47" r="17527"/>
          <a:stretch>
            <a:fillRect/>
          </a:stretch>
        </p:blipFill>
        <p:spPr>
          <a:xfrm>
            <a:off x="5549841" y="4020862"/>
            <a:ext cx="1237349" cy="117880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31" name="Picture 30" descr="A logo with a circle and a circle with a leaf&#10;&#10;AI-generated content may be incorrect.">
            <a:extLst>
              <a:ext uri="{FF2B5EF4-FFF2-40B4-BE49-F238E27FC236}">
                <a16:creationId xmlns:a16="http://schemas.microsoft.com/office/drawing/2014/main" id="{2355FDFE-EF97-9B66-D00D-F2FC2629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965" y="4000332"/>
            <a:ext cx="1199337" cy="1199337"/>
          </a:xfrm>
          <a:prstGeom prst="rect">
            <a:avLst/>
          </a:prstGeom>
          <a:ln w="38100">
            <a:noFill/>
          </a:ln>
        </p:spPr>
      </p:pic>
      <p:pic>
        <p:nvPicPr>
          <p:cNvPr id="41" name="Picture 40" descr="A logo on a white surface&#10;&#10;AI-generated content may be incorrect.">
            <a:extLst>
              <a:ext uri="{FF2B5EF4-FFF2-40B4-BE49-F238E27FC236}">
                <a16:creationId xmlns:a16="http://schemas.microsoft.com/office/drawing/2014/main" id="{F65D280A-51D6-A135-5270-7D3FC707F78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947" t="6657" r="20842" b="9026"/>
          <a:stretch>
            <a:fillRect/>
          </a:stretch>
        </p:blipFill>
        <p:spPr>
          <a:xfrm>
            <a:off x="2979459" y="4040565"/>
            <a:ext cx="1141891" cy="1141891"/>
          </a:xfrm>
          <a:prstGeom prst="rect">
            <a:avLst/>
          </a:prstGeom>
          <a:ln w="38100">
            <a:noFill/>
          </a:ln>
        </p:spPr>
      </p:pic>
      <p:pic>
        <p:nvPicPr>
          <p:cNvPr id="43" name="Picture 42" descr="A logo with red letters&#10;&#10;AI-generated content may be incorrect.">
            <a:extLst>
              <a:ext uri="{FF2B5EF4-FFF2-40B4-BE49-F238E27FC236}">
                <a16:creationId xmlns:a16="http://schemas.microsoft.com/office/drawing/2014/main" id="{76AC184C-BBDB-2981-A9FE-C787833AD5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096" t="-6178" r="8133" b="-12748"/>
          <a:stretch>
            <a:fillRect/>
          </a:stretch>
        </p:blipFill>
        <p:spPr>
          <a:xfrm>
            <a:off x="3523735" y="5382991"/>
            <a:ext cx="1186731" cy="119933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45" name="Picture 44" descr="A red and white logo&#10;&#10;AI-generated content may be incorrect.">
            <a:extLst>
              <a:ext uri="{FF2B5EF4-FFF2-40B4-BE49-F238E27FC236}">
                <a16:creationId xmlns:a16="http://schemas.microsoft.com/office/drawing/2014/main" id="{0A603321-8F10-96B6-88AE-FB8C1E912E0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25169" b="-24454"/>
          <a:stretch>
            <a:fillRect/>
          </a:stretch>
        </p:blipFill>
        <p:spPr>
          <a:xfrm>
            <a:off x="8490403" y="4000332"/>
            <a:ext cx="1189365" cy="1140630"/>
          </a:xfrm>
          <a:prstGeom prst="rect">
            <a:avLst/>
          </a:prstGeom>
          <a:ln w="38100">
            <a:noFill/>
          </a:ln>
        </p:spPr>
      </p:pic>
      <p:pic>
        <p:nvPicPr>
          <p:cNvPr id="47" name="Picture 46" descr="A red rectangular sign with yellow text&#10;&#10;AI-generated content may be incorrect.">
            <a:extLst>
              <a:ext uri="{FF2B5EF4-FFF2-40B4-BE49-F238E27FC236}">
                <a16:creationId xmlns:a16="http://schemas.microsoft.com/office/drawing/2014/main" id="{563C4CF6-D5BA-646F-AFD3-3AE14E674C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263" t="-164" r="15421" b="-4324"/>
          <a:stretch>
            <a:fillRect/>
          </a:stretch>
        </p:blipFill>
        <p:spPr>
          <a:xfrm>
            <a:off x="1973599" y="5341224"/>
            <a:ext cx="1264433" cy="1241104"/>
          </a:xfrm>
          <a:prstGeom prst="rect">
            <a:avLst/>
          </a:prstGeom>
          <a:ln w="38100">
            <a:noFill/>
          </a:ln>
        </p:spPr>
      </p:pic>
      <p:pic>
        <p:nvPicPr>
          <p:cNvPr id="51" name="Picture 50" descr="A logo on a blue background&#10;&#10;AI-generated content may be incorrect.">
            <a:extLst>
              <a:ext uri="{FF2B5EF4-FFF2-40B4-BE49-F238E27FC236}">
                <a16:creationId xmlns:a16="http://schemas.microsoft.com/office/drawing/2014/main" id="{BBC06A3D-31F3-0E13-F5D7-7E84436665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9933" t="21090" r="27289" b="10243"/>
          <a:stretch>
            <a:fillRect/>
          </a:stretch>
        </p:blipFill>
        <p:spPr>
          <a:xfrm>
            <a:off x="395695" y="4033685"/>
            <a:ext cx="1175326" cy="1148771"/>
          </a:xfrm>
          <a:prstGeom prst="rect">
            <a:avLst/>
          </a:prstGeom>
          <a:ln w="38100">
            <a:noFill/>
          </a:ln>
        </p:spPr>
      </p:pic>
      <p:pic>
        <p:nvPicPr>
          <p:cNvPr id="52" name="Picture 5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9938BB4-EC8D-6CD9-DC3B-3B2E8387C95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562" b="1813"/>
          <a:stretch>
            <a:fillRect/>
          </a:stretch>
        </p:blipFill>
        <p:spPr>
          <a:xfrm>
            <a:off x="395695" y="2467751"/>
            <a:ext cx="1230718" cy="122117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53" name="Picture 52" descr="A logo with text on it&#10;&#10;AI-generated content may be incorrect.">
            <a:extLst>
              <a:ext uri="{FF2B5EF4-FFF2-40B4-BE49-F238E27FC236}">
                <a16:creationId xmlns:a16="http://schemas.microsoft.com/office/drawing/2014/main" id="{449CE767-12FA-9CAB-5964-5DF40AEE11A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586" b="-732"/>
          <a:stretch>
            <a:fillRect/>
          </a:stretch>
        </p:blipFill>
        <p:spPr>
          <a:xfrm>
            <a:off x="7652097" y="5338042"/>
            <a:ext cx="1237349" cy="1244286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55" name="Picture 5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711D6E7-7D5E-5654-BF25-C4006169B56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5015" b="3905"/>
          <a:stretch>
            <a:fillRect/>
          </a:stretch>
        </p:blipFill>
        <p:spPr>
          <a:xfrm>
            <a:off x="6203626" y="5368300"/>
            <a:ext cx="1277910" cy="12419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56" name="Picture 5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0FDD771-878B-F462-F781-8A9083D5591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3442" t="-24429" b="-20012"/>
          <a:stretch>
            <a:fillRect/>
          </a:stretch>
        </p:blipFill>
        <p:spPr>
          <a:xfrm>
            <a:off x="10044869" y="3940527"/>
            <a:ext cx="1209145" cy="12419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57" name="Picture 56" descr="A logo for a company&#10;&#10;AI-generated content may be incorrect.">
            <a:extLst>
              <a:ext uri="{FF2B5EF4-FFF2-40B4-BE49-F238E27FC236}">
                <a16:creationId xmlns:a16="http://schemas.microsoft.com/office/drawing/2014/main" id="{99E72F54-D0F0-2B0F-522C-B94E96CA034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8212" t="-1007" r="12928" b="-125"/>
          <a:stretch>
            <a:fillRect/>
          </a:stretch>
        </p:blipFill>
        <p:spPr>
          <a:xfrm>
            <a:off x="1899679" y="2467751"/>
            <a:ext cx="1237350" cy="12419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60" name="Picture 59" descr="A logo of a shell company&#10;&#10;AI-generated content may be incorrect.">
            <a:extLst>
              <a:ext uri="{FF2B5EF4-FFF2-40B4-BE49-F238E27FC236}">
                <a16:creationId xmlns:a16="http://schemas.microsoft.com/office/drawing/2014/main" id="{AC259BD6-4777-FF69-8E12-597BCD2D6AB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7955" t="-4" r="17061" b="-4705"/>
          <a:stretch>
            <a:fillRect/>
          </a:stretch>
        </p:blipFill>
        <p:spPr>
          <a:xfrm>
            <a:off x="414756" y="5284806"/>
            <a:ext cx="1237349" cy="119933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33" name="Picture 32" descr="A blue and black logo&#10;&#10;AI-generated content may be incorrect.">
            <a:extLst>
              <a:ext uri="{FF2B5EF4-FFF2-40B4-BE49-F238E27FC236}">
                <a16:creationId xmlns:a16="http://schemas.microsoft.com/office/drawing/2014/main" id="{B0D39CF6-D89C-410C-1E94-9B7BF6F48F3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57272" b="-49037"/>
          <a:stretch>
            <a:fillRect/>
          </a:stretch>
        </p:blipFill>
        <p:spPr>
          <a:xfrm>
            <a:off x="4940745" y="5382991"/>
            <a:ext cx="1218192" cy="122723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19" name="Picture 18" descr="A black and red logo&#10;&#10;AI-generated content may be incorrect.">
            <a:extLst>
              <a:ext uri="{FF2B5EF4-FFF2-40B4-BE49-F238E27FC236}">
                <a16:creationId xmlns:a16="http://schemas.microsoft.com/office/drawing/2014/main" id="{866C9E22-849A-55EB-2C61-DCEA9146C5D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4643" b="8854"/>
          <a:stretch>
            <a:fillRect/>
          </a:stretch>
        </p:blipFill>
        <p:spPr>
          <a:xfrm>
            <a:off x="9040813" y="5368300"/>
            <a:ext cx="1277910" cy="124193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  <p:pic>
        <p:nvPicPr>
          <p:cNvPr id="39" name="Picture 3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31B6D6C-E0E4-4F89-1720-A10E6FB3C64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7538" t="-1531" r="17403" b="-1572"/>
          <a:stretch>
            <a:fillRect/>
          </a:stretch>
        </p:blipFill>
        <p:spPr>
          <a:xfrm>
            <a:off x="10447130" y="5390328"/>
            <a:ext cx="1245512" cy="12125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496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AZLAN ABAS</dc:creator>
  <cp:lastModifiedBy>AZLAN ABAS</cp:lastModifiedBy>
  <cp:revision>17</cp:revision>
  <dcterms:created xsi:type="dcterms:W3CDTF">2025-11-15T04:39:00Z</dcterms:created>
  <dcterms:modified xsi:type="dcterms:W3CDTF">2025-11-16T06:46:15Z</dcterms:modified>
</cp:coreProperties>
</file>